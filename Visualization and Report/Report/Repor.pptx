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ACE5A-231E-4B1A-A1F8-5EF9E8F5152A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F8F61A-28C8-4F83-A75F-F372714D317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058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8F61A-28C8-4F83-A75F-F372714D3173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043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4A240-5FC3-0FEA-9ECB-D3C79B3DD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9BDAF-24AC-406A-6BFC-3F2FD7D67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21F4C-663B-365C-EB02-E252855B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08889-E79C-0C17-99D5-349DB1722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F2BE8-D5EF-BE01-B661-28E2F487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962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77ED-BB1C-F43A-65EF-8F588480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CF6E1-C72F-772E-4D8A-365183726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61E1A-6EDF-5916-28FD-E0C4F256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74ED-B9E9-76CD-2C2D-8D62B565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B331B-DA55-FBC5-B074-D9AE203B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383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ADFD-2216-B1A1-C230-DD51A0E24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2A827-DF64-143E-6B7A-F54F96E1D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FDE7-F119-B7EF-C738-8BB95854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F6218-B098-A5A0-616C-18BBB462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12813-3B92-D96F-446D-41802E95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613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7BC5-DC64-1B7F-34AD-CDCFF267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30C4B-4EEF-4250-6313-38DAB1CA1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B8594-C11A-0C06-6986-1582D743D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CBAD-E411-91B9-9DBF-CFA5E5F5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92EF2-2EB1-9FF1-C0C7-0B470F11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1A8F8-0094-8351-BED9-C85B2050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891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E801-202F-3722-7B53-11500856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C9756-C054-2F29-93E9-6779D3C0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400A7-ACDF-9BC2-4888-538141D8D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9DA8B-2789-5F1B-C5D4-0A0D2ADC0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22DC5-1B6A-DD73-6421-FDAF7C05E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8D853-BE6A-6DC0-5DE2-E8D10CD0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19A9D-FD53-44FF-F549-B5E6D3EC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6AD89E-C938-8E39-9732-6DA0DF3F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466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A784-8B89-56F3-06DF-E42C5932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14BD9-6DBD-788A-E3E9-ED4AD169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5872D-A927-9720-EF02-D8131205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9D9F2-F421-12BD-0C2B-6F0C3460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207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A9CD8-BF5D-C834-9121-CB049EB7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EEC99-848F-12E6-093C-792CB5B3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A3DFF-7DCC-022D-9F90-28982D91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420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AB4D-3698-4C46-4436-E476A918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7AC9-27DE-50A0-B0B4-3EE2CFD27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1EEDE-4109-275E-D64E-06AF35EA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7D1F6-2B44-62EE-2147-9D547C30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F1F52-1FFB-31DC-45F4-54F5A5D6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B3C91-CDEA-C7BC-88DB-3E1134C5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323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A6155-DFAF-DA7D-1A63-3698CFB77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42AB9-FB20-E46F-A402-7CF5971E9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94D23-9399-C317-E246-D4457E874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D7E1A-CB01-C184-FBC0-B483D29C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3C80C-683D-1FD2-54CF-73C872F5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CC0BB-7B3B-9EE3-BA0E-970539A8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206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7F1E-A8F3-507C-EA68-2811436F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97654-B3D0-86B1-C08D-0141C3CA5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E8D7C-14CF-506C-2541-87E3CEC9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F04AB-A6A6-2C1B-147B-9D98688D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5AB8B-D746-1377-3212-4FE825A7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325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C65AE-392C-3CE1-F0E1-0DA8D7107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EE6DF-11D0-6632-7048-3E440DA20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0488-7FBD-3861-6C23-2A32C2A3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0C8BE-35EF-6169-EF12-B0D1A2CD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24AD5-EBDC-6ECF-EF3E-B1C3547F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6512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40C0C-C79D-3FE6-D691-658C7478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0ADBC-4F21-7B1C-255C-026D4063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2B4CF-40E2-0CEB-1BCD-B2BBDE8F2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DF5DC-E3C9-4A85-B44C-BA745972278B}" type="datetimeFigureOut">
              <a:rPr lang="en-ID" smtClean="0"/>
              <a:t>17/05/2026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8C12-1B09-5FB0-D789-B3EF43D2F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AA0CB-173C-8F67-A414-4D54BA537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355C0-F0A0-44AE-9E1E-3C50992E43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104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79217F-DE61-0734-6E5A-88915B22B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2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976681-4864-132F-F022-B26A706AE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1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BE8A144-F252-80F9-B111-B7C36AAC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3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1E8B58-BFF9-977B-2D28-E8F13C135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CCAD1D-D9B5-4ACB-6FF5-82FB4C8E4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2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172B9-AD04-B1B5-3BC9-889EED8C4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7FA0C9-F852-D7B3-82F2-8903ED41E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5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1</Words>
  <Application>Microsoft Office PowerPoint</Application>
  <PresentationFormat>Widescreen</PresentationFormat>
  <Paragraphs>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MSI GF 63</dc:creator>
  <cp:lastModifiedBy>MSI GF 63</cp:lastModifiedBy>
  <cp:revision>8</cp:revision>
  <dcterms:created xsi:type="dcterms:W3CDTF">2026-05-15T09:45:15Z</dcterms:created>
  <dcterms:modified xsi:type="dcterms:W3CDTF">2026-05-17T04:24:39Z</dcterms:modified>
</cp:coreProperties>
</file>